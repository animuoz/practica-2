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8" r:id="rId6"/>
    <p:sldId id="260" r:id="rId7"/>
    <p:sldId id="261" r:id="rId8"/>
    <p:sldId id="262" r:id="rId9"/>
    <p:sldId id="263" r:id="rId10"/>
    <p:sldId id="264" r:id="rId11"/>
    <p:sldId id="269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D60E13-1931-4BC3-A76B-686F079AFBC9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16FCC-FCA4-43CA-A000-4556656D473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7035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216FCC-FCA4-43CA-A000-4556656D4736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431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025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0722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88477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582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854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6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41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7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9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488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29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492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121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711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2326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319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7032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993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39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490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610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885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291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30736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48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336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es-C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A840DB8-5904-49B0-B377-D22D79484B31}" type="datetimeFigureOut">
              <a:rPr lang="es-CL" smtClean="0"/>
              <a:t>27-10-2026</a:t>
            </a:fld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9A5E3AA-5861-4E2A-87DD-981C725A3B0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3786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2AF158-6765-7B39-BEE8-081573D64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682864"/>
          </a:xfrm>
        </p:spPr>
        <p:txBody>
          <a:bodyPr>
            <a:normAutofit/>
          </a:bodyPr>
          <a:lstStyle/>
          <a:p>
            <a:r>
              <a:rPr lang="es-CL" dirty="0"/>
              <a:t>Inventario bodega Coracero </a:t>
            </a:r>
            <a:br>
              <a:rPr lang="es-CL" dirty="0"/>
            </a:br>
            <a:r>
              <a:rPr lang="es-CL" dirty="0"/>
              <a:t>M501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208695-E3DE-8D86-665A-27FF3A375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29"/>
            <a:ext cx="7152030" cy="1276131"/>
          </a:xfrm>
        </p:spPr>
        <p:txBody>
          <a:bodyPr>
            <a:normAutofit fontScale="85000" lnSpcReduction="20000"/>
          </a:bodyPr>
          <a:lstStyle/>
          <a:p>
            <a:r>
              <a:rPr lang="es-CL" dirty="0"/>
              <a:t>Anibal Muñoz Reyes</a:t>
            </a:r>
          </a:p>
          <a:p>
            <a:r>
              <a:rPr lang="es-CL" dirty="0"/>
              <a:t>Ingeniería Civil Informática</a:t>
            </a:r>
          </a:p>
          <a:p>
            <a:r>
              <a:rPr lang="es-CL" dirty="0"/>
              <a:t>UNAB</a:t>
            </a:r>
          </a:p>
          <a:p>
            <a:r>
              <a:rPr lang="es-CL" dirty="0"/>
              <a:t>Practica 2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45C7406-12C1-33AF-98F4-EAEE6C368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09" y="1775969"/>
            <a:ext cx="2455658" cy="748516"/>
          </a:xfrm>
          <a:prstGeom prst="rect">
            <a:avLst/>
          </a:prstGeom>
        </p:spPr>
      </p:pic>
      <p:pic>
        <p:nvPicPr>
          <p:cNvPr id="6" name="Imagen 5" descr="Inicio - Telesalud Activa Unab | Universidad Andrés Bello">
            <a:extLst>
              <a:ext uri="{FF2B5EF4-FFF2-40B4-BE49-F238E27FC236}">
                <a16:creationId xmlns:a16="http://schemas.microsoft.com/office/drawing/2014/main" id="{8745FE0F-3234-1453-B200-2FA95DB73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2632" y="-132848"/>
            <a:ext cx="2098011" cy="196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5108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98D93-E81C-22BE-CBD9-266686C13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4DB61B-7113-E281-E3CA-54A06F258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1640320"/>
            <a:ext cx="11125202" cy="4728524"/>
          </a:xfrm>
        </p:spPr>
        <p:txBody>
          <a:bodyPr anchor="ctr"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s-CL" sz="3200" dirty="0"/>
              <a:t>Introducción al sistema</a:t>
            </a:r>
          </a:p>
          <a:p>
            <a:pPr>
              <a:lnSpc>
                <a:spcPct val="150000"/>
              </a:lnSpc>
            </a:pPr>
            <a:r>
              <a:rPr lang="es-CL" sz="3200" dirty="0"/>
              <a:t>Requerimientos</a:t>
            </a:r>
          </a:p>
          <a:p>
            <a:pPr>
              <a:lnSpc>
                <a:spcPct val="150000"/>
              </a:lnSpc>
            </a:pPr>
            <a:r>
              <a:rPr lang="es-CL" sz="3200" dirty="0"/>
              <a:t>Avisos</a:t>
            </a:r>
          </a:p>
          <a:p>
            <a:pPr>
              <a:lnSpc>
                <a:spcPct val="150000"/>
              </a:lnSpc>
            </a:pPr>
            <a:r>
              <a:rPr lang="es-CL" sz="3200" dirty="0"/>
              <a:t>Uso paso a paso</a:t>
            </a:r>
          </a:p>
          <a:p>
            <a:pPr>
              <a:lnSpc>
                <a:spcPct val="150000"/>
              </a:lnSpc>
            </a:pPr>
            <a:r>
              <a:rPr lang="es-CL" sz="3200" dirty="0"/>
              <a:t>Otras funciones</a:t>
            </a:r>
          </a:p>
          <a:p>
            <a:pPr>
              <a:lnSpc>
                <a:spcPct val="150000"/>
              </a:lnSpc>
            </a:pPr>
            <a:r>
              <a:rPr lang="es-CL" sz="3200" dirty="0"/>
              <a:t>Limitaciones</a:t>
            </a:r>
          </a:p>
          <a:p>
            <a:pPr>
              <a:lnSpc>
                <a:spcPct val="150000"/>
              </a:lnSpc>
            </a:pPr>
            <a:r>
              <a:rPr lang="es-CL" sz="3200" dirty="0"/>
              <a:t>Dudas y recomendaciones</a:t>
            </a:r>
          </a:p>
        </p:txBody>
      </p:sp>
      <p:pic>
        <p:nvPicPr>
          <p:cNvPr id="4" name="Imagen 3" descr="Hoja de Ruta">
            <a:extLst>
              <a:ext uri="{FF2B5EF4-FFF2-40B4-BE49-F238E27FC236}">
                <a16:creationId xmlns:a16="http://schemas.microsoft.com/office/drawing/2014/main" id="{CB145906-BA0E-6D98-6DE7-8243D9160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1763714"/>
            <a:ext cx="5841270" cy="3898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28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738D58-6B0D-A5F9-786B-CD8DBB61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 al sistema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7FF333-F888-0582-96FA-A69472AE6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1748474"/>
            <a:ext cx="6309853" cy="4728524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s-CL" sz="4000" dirty="0"/>
              <a:t>Sistema para inventario</a:t>
            </a:r>
          </a:p>
          <a:p>
            <a:pPr>
              <a:lnSpc>
                <a:spcPct val="150000"/>
              </a:lnSpc>
            </a:pPr>
            <a:r>
              <a:rPr lang="es-CL" sz="4000" dirty="0"/>
              <a:t>Objetivo: agilizar el proceso de inventario para todos los involucrados</a:t>
            </a:r>
          </a:p>
          <a:p>
            <a:pPr>
              <a:lnSpc>
                <a:spcPct val="150000"/>
              </a:lnSpc>
            </a:pPr>
            <a:r>
              <a:rPr lang="es-CL" sz="4000" dirty="0"/>
              <a:t>Fácil de usar desde el teléfono</a:t>
            </a:r>
          </a:p>
        </p:txBody>
      </p:sp>
      <p:pic>
        <p:nvPicPr>
          <p:cNvPr id="4" name="Imagen 3" descr="5 ventajas de tener un buen control de inventarios | Defontana Chile">
            <a:extLst>
              <a:ext uri="{FF2B5EF4-FFF2-40B4-BE49-F238E27FC236}">
                <a16:creationId xmlns:a16="http://schemas.microsoft.com/office/drawing/2014/main" id="{9FCCF693-ED24-80B9-23B7-4CBDFBA1CB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948" y="2495233"/>
            <a:ext cx="5707626" cy="3017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695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07B00-08BE-A715-9555-78D2163D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/>
          <a:p>
            <a:r>
              <a:rPr lang="es-CL" sz="5000"/>
              <a:t>requerimientos</a:t>
            </a:r>
          </a:p>
        </p:txBody>
      </p:sp>
      <p:pic>
        <p:nvPicPr>
          <p:cNvPr id="5" name="Imagen 4" descr="WiFi Logo PNG Transparent &amp; SVG Vector - Freebie Supply">
            <a:extLst>
              <a:ext uri="{FF2B5EF4-FFF2-40B4-BE49-F238E27FC236}">
                <a16:creationId xmlns:a16="http://schemas.microsoft.com/office/drawing/2014/main" id="{C0736F6C-D30E-7E2D-DD74-A3A370B798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0212"/>
            <a:ext cx="4265051" cy="3198788"/>
          </a:xfrm>
          <a:prstGeom prst="rect">
            <a:avLst/>
          </a:prstGeo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8D3CDA-B16E-A4CB-1284-7661B9C3842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</p:spPr>
        <p:txBody>
          <a:bodyPr anchor="ctr">
            <a:norm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s-CL" dirty="0"/>
              <a:t>Teléfono con:</a:t>
            </a:r>
          </a:p>
          <a:p>
            <a:pPr>
              <a:spcAft>
                <a:spcPts val="600"/>
              </a:spcAft>
            </a:pPr>
            <a:r>
              <a:rPr lang="es-CL" dirty="0"/>
              <a:t>Conexión a internet</a:t>
            </a:r>
          </a:p>
          <a:p>
            <a:pPr>
              <a:spcAft>
                <a:spcPts val="600"/>
              </a:spcAft>
            </a:pPr>
            <a:r>
              <a:rPr lang="es-CL" dirty="0"/>
              <a:t>Cámara</a:t>
            </a:r>
          </a:p>
          <a:p>
            <a:pPr>
              <a:spcAft>
                <a:spcPts val="600"/>
              </a:spcAft>
            </a:pPr>
            <a:r>
              <a:rPr lang="es-CL" dirty="0"/>
              <a:t>Google </a:t>
            </a:r>
            <a:r>
              <a:rPr lang="es-CL" dirty="0" err="1"/>
              <a:t>lens</a:t>
            </a:r>
            <a:r>
              <a:rPr lang="es-CL" dirty="0"/>
              <a:t> (o cualquier lector de QR)</a:t>
            </a:r>
          </a:p>
        </p:txBody>
      </p:sp>
      <p:pic>
        <p:nvPicPr>
          <p:cNvPr id="4" name="Imagen 3" descr="Diseño PNG Y SVG De Smartphone En Dibujos Animados De Mano Para Camisetas">
            <a:extLst>
              <a:ext uri="{FF2B5EF4-FFF2-40B4-BE49-F238E27FC236}">
                <a16:creationId xmlns:a16="http://schemas.microsoft.com/office/drawing/2014/main" id="{773F5142-AEE6-4ACE-B8ED-36D34BC8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02" y="2886089"/>
            <a:ext cx="4129549" cy="4129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942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85CB2D-8012-B639-0AFB-CF3F841F3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Avisos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CE68D5-166C-9D73-3044-5FD4AA783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7007944" cy="4728524"/>
          </a:xfrm>
        </p:spPr>
        <p:txBody>
          <a:bodyPr anchor="ctr"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s-CL" sz="2800" dirty="0"/>
              <a:t>Eso es una web, no una APP</a:t>
            </a:r>
          </a:p>
          <a:p>
            <a:pPr>
              <a:lnSpc>
                <a:spcPct val="150000"/>
              </a:lnSpc>
            </a:pPr>
            <a:r>
              <a:rPr lang="es-CL" sz="2800" dirty="0"/>
              <a:t>La velocidad del programa dependerá de la conexión, apenas afecta el tipo de dispositivo</a:t>
            </a:r>
          </a:p>
          <a:p>
            <a:pPr>
              <a:lnSpc>
                <a:spcPct val="150000"/>
              </a:lnSpc>
            </a:pPr>
            <a:r>
              <a:rPr lang="es-CL" sz="2800" dirty="0"/>
              <a:t>Solo tiene acceso el personal de bodega, no debería de tener acceso externos</a:t>
            </a:r>
          </a:p>
          <a:p>
            <a:pPr>
              <a:lnSpc>
                <a:spcPct val="150000"/>
              </a:lnSpc>
            </a:pPr>
            <a:r>
              <a:rPr lang="es-CL" sz="2800" dirty="0"/>
              <a:t>Esto es una herramienta de ayuda, no de reemplazo</a:t>
            </a:r>
          </a:p>
          <a:p>
            <a:pPr>
              <a:lnSpc>
                <a:spcPct val="150000"/>
              </a:lnSpc>
            </a:pPr>
            <a:r>
              <a:rPr lang="es-CL" sz="2800" dirty="0"/>
              <a:t>No habrá un costo agregado al uso del programa</a:t>
            </a:r>
          </a:p>
        </p:txBody>
      </p:sp>
      <p:pic>
        <p:nvPicPr>
          <p:cNvPr id="4" name="Imagen 3" descr="Descarga iconos gratuitos de Aviso en PNG y SVG | Magnific (antes Freepik)">
            <a:extLst>
              <a:ext uri="{FF2B5EF4-FFF2-40B4-BE49-F238E27FC236}">
                <a16:creationId xmlns:a16="http://schemas.microsoft.com/office/drawing/2014/main" id="{ADC22296-763E-71AD-B9C1-35979D9E0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475" y="1907973"/>
            <a:ext cx="4409525" cy="4409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01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1EA89-5485-4AF0-BFF9-FD88860F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Uso paso a 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BDF2B4-F218-D6F0-A899-E243A8177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6811299" cy="472852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s-CL" sz="2400" dirty="0"/>
              <a:t>Tener una cuenta proporcionada por el personal de oficina</a:t>
            </a:r>
          </a:p>
          <a:p>
            <a:pPr>
              <a:lnSpc>
                <a:spcPct val="150000"/>
              </a:lnSpc>
            </a:pPr>
            <a:r>
              <a:rPr lang="es-CL" sz="2400" dirty="0"/>
              <a:t>QR para cada material</a:t>
            </a:r>
          </a:p>
          <a:p>
            <a:pPr>
              <a:lnSpc>
                <a:spcPct val="150000"/>
              </a:lnSpc>
            </a:pPr>
            <a:r>
              <a:rPr lang="es-CL" sz="2400" dirty="0"/>
              <a:t>Escanear QR con tu teléfono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96BAA3E-31CE-CE1B-DE09-9805C48A49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4408" y="2123743"/>
            <a:ext cx="4054191" cy="39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785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373FA-900C-90C5-5A16-9998A7DC7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Uso paso a 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4509AB-D573-D458-283A-569872D9C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5149647" cy="472852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CL" sz="3200" dirty="0"/>
              <a:t>Una vez con la sesión iniciada y el QR escaneado aparecerá la siguiente pagina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4EE2941-3D2A-1E80-096E-FC917543F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254" y="1495039"/>
            <a:ext cx="2644369" cy="523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568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0818E-5888-3863-0440-D67FC23CB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Uso paso a 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EB6514-0075-89AD-89C5-DCF0F5E4A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5847737" cy="472852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CL" sz="3200" dirty="0"/>
              <a:t>Permite cargar datos de inventario y dejar un comentario a cada material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653C664-4487-752F-DFBB-B5646B917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6860" y="2318568"/>
            <a:ext cx="4319052" cy="3588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955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2CE3F-8D97-0069-638D-42C3B0AE3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Uso paso a 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9D4A1E-8F79-7B41-B31C-E8E4D4425B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658600" cy="3156676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CL" sz="3200" dirty="0"/>
              <a:t>Una vez guardados los cambios, aparecerán inmediatamente en la tabla principal, permitiendo que administración tenga datos en tiempo real del conteo hecho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F6AEAB-0B2B-E6DF-CC51-06E9E23527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0470"/>
          <a:stretch>
            <a:fillRect/>
          </a:stretch>
        </p:blipFill>
        <p:spPr>
          <a:xfrm>
            <a:off x="0" y="6014393"/>
            <a:ext cx="12192000" cy="28328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D5D19ED-CD29-AF0C-0202-91356BDF3B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8039"/>
          <a:stretch>
            <a:fillRect/>
          </a:stretch>
        </p:blipFill>
        <p:spPr>
          <a:xfrm>
            <a:off x="0" y="5418606"/>
            <a:ext cx="12192000" cy="60864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4DDC193-7AA6-594A-6BC4-54A39AB9F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9893" y="4967664"/>
            <a:ext cx="2962100" cy="402932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9A0E301-E386-5C0C-E5ED-B74C54CD1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87" y="4953160"/>
            <a:ext cx="3358312" cy="40400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A511C7FF-E77C-07F6-8DD4-1E9D7122EB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868" y="4983023"/>
            <a:ext cx="3286415" cy="40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600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522010-8600-330B-824C-61D93C716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Uso paso a 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68B894-749F-5A0C-5994-B22C0CA0E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1748474"/>
            <a:ext cx="5727408" cy="472852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CL" sz="3200" dirty="0"/>
              <a:t>La tabla principal posee filtros y un buscador por descripción de un material o su código, teniendo fácil acceso a datos de códigos, stock, ubicación y características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5924882-90EB-ADC2-6CF0-82E97E06F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0806" y="1820775"/>
            <a:ext cx="5845047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243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21B45-23CD-8418-1CDB-900466AEF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Uso paso a 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3BDA13-F724-5BC9-65B8-92A245AA8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7" y="1748474"/>
            <a:ext cx="4372899" cy="4728524"/>
          </a:xfrm>
        </p:spPr>
        <p:txBody>
          <a:bodyPr anchor="ctr"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CL" sz="2800" dirty="0"/>
              <a:t>La sección de buzón deja enviar emergencias y necesidades con 4 niveles de urgencia, leve, media, alta y urgente, estos mensajes son vistos por administración para hacerle seguimiento, puedes ver el estado del mensaje en la misma sección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01F21F2-9D75-B9C8-21D7-99DEFC2BA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344" y="2121224"/>
            <a:ext cx="7096656" cy="398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63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F8AA78-7859-78D3-BE35-5F8C77985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Otras funciones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730190-952E-DDF7-4CD2-F87619DA18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5011996" cy="4728524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CL" sz="2400" dirty="0"/>
              <a:t>El programa tiene funciones para actualizar datos, y generar diversas planillas, pero estas están tras una contraseña de administración para evitar que se hagan cambios por accidente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F16B501-5459-6B18-1296-3248E6C813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9678"/>
          <a:stretch>
            <a:fillRect/>
          </a:stretch>
        </p:blipFill>
        <p:spPr>
          <a:xfrm>
            <a:off x="5987845" y="3369714"/>
            <a:ext cx="6204155" cy="8215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DD670C5-8AB4-7D97-E6DF-22BE17F59F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919"/>
          <a:stretch>
            <a:fillRect/>
          </a:stretch>
        </p:blipFill>
        <p:spPr>
          <a:xfrm>
            <a:off x="6407693" y="4191214"/>
            <a:ext cx="5364456" cy="106904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D7E48D8-CE47-2D72-EE34-F72BB511B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000" y="2902390"/>
            <a:ext cx="2353841" cy="46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799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2C29E4-EDD2-66E1-C002-605076F9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Limitaciones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8444BD3-3B13-BE5B-A21A-66A85B85D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6260692" cy="472852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s-CL" sz="2800" dirty="0"/>
              <a:t>Hibernación sin uso</a:t>
            </a:r>
          </a:p>
          <a:p>
            <a:pPr>
              <a:lnSpc>
                <a:spcPct val="150000"/>
              </a:lnSpc>
            </a:pPr>
            <a:r>
              <a:rPr lang="es-CL" sz="2800" dirty="0"/>
              <a:t>Bloqueo por desuso</a:t>
            </a:r>
          </a:p>
          <a:p>
            <a:pPr>
              <a:lnSpc>
                <a:spcPct val="150000"/>
              </a:lnSpc>
            </a:pPr>
            <a:r>
              <a:rPr lang="es-CL" sz="2800" dirty="0"/>
              <a:t>Limite de peticiones (difícil de llegar)</a:t>
            </a:r>
          </a:p>
        </p:txBody>
      </p:sp>
      <p:pic>
        <p:nvPicPr>
          <p:cNvPr id="4" name="Imagen 3" descr="Gratis">
            <a:extLst>
              <a:ext uri="{FF2B5EF4-FFF2-40B4-BE49-F238E27FC236}">
                <a16:creationId xmlns:a16="http://schemas.microsoft.com/office/drawing/2014/main" id="{320E724C-D988-504A-583F-6CE5C70FE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406" y="1699491"/>
            <a:ext cx="4836240" cy="482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872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C8785-EBB3-2A39-D6BF-0F6A8C1CB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Dudas y recomendaciones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07DA998-C715-FDE5-BD7E-D5B16B590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6948950" cy="4728524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s-CL" sz="2400" dirty="0"/>
              <a:t>Se responderán todas las dudas sobre el programa</a:t>
            </a:r>
          </a:p>
          <a:p>
            <a:pPr>
              <a:lnSpc>
                <a:spcPct val="150000"/>
              </a:lnSpc>
            </a:pPr>
            <a:r>
              <a:rPr lang="es-CL" sz="2400" dirty="0"/>
              <a:t>Se aceptaran y evaluaran las recomendaciones para el programa</a:t>
            </a:r>
          </a:p>
          <a:p>
            <a:pPr>
              <a:lnSpc>
                <a:spcPct val="150000"/>
              </a:lnSpc>
            </a:pPr>
            <a:r>
              <a:rPr lang="es-CL" sz="2400" dirty="0"/>
              <a:t>Se puede consultar el manual de uso para el programa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29FEEAD-B0C4-4D0D-826E-0EF42BE9A3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8096" y="2222484"/>
            <a:ext cx="3780503" cy="378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135006"/>
      </p:ext>
    </p:extLst>
  </p:cSld>
  <p:clrMapOvr>
    <a:masterClrMapping/>
  </p:clrMapOvr>
</p:sld>
</file>

<file path=ppt/theme/theme1.xml><?xml version="1.0" encoding="utf-8"?>
<a:theme xmlns:a="http://schemas.openxmlformats.org/drawingml/2006/main" name="Mó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105</TotalTime>
  <Words>369</Words>
  <Application>Microsoft Office PowerPoint</Application>
  <PresentationFormat>Panorámica</PresentationFormat>
  <Paragraphs>53</Paragraphs>
  <Slides>14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7" baseType="lpstr">
      <vt:lpstr>Aptos</vt:lpstr>
      <vt:lpstr>Arial</vt:lpstr>
      <vt:lpstr>Módulo</vt:lpstr>
      <vt:lpstr>Inventario bodega Coracero  M501</vt:lpstr>
      <vt:lpstr>Contenido</vt:lpstr>
      <vt:lpstr>Introducción al sistema</vt:lpstr>
      <vt:lpstr>requerimientos</vt:lpstr>
      <vt:lpstr>Avisos</vt:lpstr>
      <vt:lpstr>Uso paso a paso</vt:lpstr>
      <vt:lpstr>Uso paso a paso</vt:lpstr>
      <vt:lpstr>Uso paso a paso</vt:lpstr>
      <vt:lpstr>Uso paso a paso</vt:lpstr>
      <vt:lpstr>Uso paso a paso</vt:lpstr>
      <vt:lpstr>Uso paso a paso</vt:lpstr>
      <vt:lpstr>Otras funciones</vt:lpstr>
      <vt:lpstr>Limitaciones</vt:lpstr>
      <vt:lpstr>Dudas y recomendaciones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MUÑOZ  REYES ANIBAL A</dc:creator>
  <cp:lastModifiedBy>MUÑOZ  REYES ANIBAL A</cp:lastModifiedBy>
  <cp:revision>13</cp:revision>
  <dcterms:created xsi:type="dcterms:W3CDTF">2026-10-26T14:13:29Z</dcterms:created>
  <dcterms:modified xsi:type="dcterms:W3CDTF">2026-10-27T13:57:45Z</dcterms:modified>
</cp:coreProperties>
</file>