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25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0722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88477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58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0854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6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0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16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72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794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4886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292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492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5121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711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2326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8319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032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99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239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909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s objetos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5610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885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91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307361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8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336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A840DB8-5904-49B0-B377-D22D79484B31}" type="datetimeFigureOut">
              <a:rPr lang="es-CL" smtClean="0"/>
              <a:t>26-10-2026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53786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2AF158-6765-7B39-BEE8-081573D64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682864"/>
          </a:xfrm>
        </p:spPr>
        <p:txBody>
          <a:bodyPr>
            <a:normAutofit/>
          </a:bodyPr>
          <a:lstStyle/>
          <a:p>
            <a:r>
              <a:rPr lang="es-CL" dirty="0"/>
              <a:t>Inventario bodega Coracero </a:t>
            </a:r>
            <a:br>
              <a:rPr lang="es-CL" dirty="0"/>
            </a:br>
            <a:r>
              <a:rPr lang="es-CL" dirty="0"/>
              <a:t>M501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208695-E3DE-8D86-665A-27FF3A3754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CL" dirty="0"/>
              <a:t>Anibal Muñoz Reyes</a:t>
            </a:r>
          </a:p>
          <a:p>
            <a:r>
              <a:rPr lang="es-CL" dirty="0"/>
              <a:t>Ingeniería Civil Informática</a:t>
            </a:r>
          </a:p>
          <a:p>
            <a:r>
              <a:rPr lang="es-CL" dirty="0"/>
              <a:t>UNAB</a:t>
            </a:r>
          </a:p>
        </p:txBody>
      </p:sp>
    </p:spTree>
    <p:extLst>
      <p:ext uri="{BB962C8B-B14F-4D97-AF65-F5344CB8AC3E}">
        <p14:creationId xmlns:p14="http://schemas.microsoft.com/office/powerpoint/2010/main" val="653510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98D93-E81C-22BE-CBD9-266686C13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Contenido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4DB61B-7113-E281-E3CA-54A06F258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7" y="1640320"/>
            <a:ext cx="11125202" cy="4728524"/>
          </a:xfrm>
        </p:spPr>
        <p:txBody>
          <a:bodyPr anchor="ctr"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s-CL" sz="3200" dirty="0"/>
              <a:t>Introducción al sistema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Requerimientos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Uso paso a paso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Otras funciones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Limitaciones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Dudas y recomendaciones</a:t>
            </a:r>
          </a:p>
        </p:txBody>
      </p:sp>
    </p:spTree>
    <p:extLst>
      <p:ext uri="{BB962C8B-B14F-4D97-AF65-F5344CB8AC3E}">
        <p14:creationId xmlns:p14="http://schemas.microsoft.com/office/powerpoint/2010/main" val="3403628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738D58-6B0D-A5F9-786B-CD8DBB61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Introducción al sistema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7FF333-F888-0582-96FA-A69472AE6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4000" dirty="0"/>
              <a:t>Sistema para inventario</a:t>
            </a:r>
          </a:p>
          <a:p>
            <a:pPr>
              <a:lnSpc>
                <a:spcPct val="150000"/>
              </a:lnSpc>
            </a:pPr>
            <a:r>
              <a:rPr lang="es-CL" sz="4000" dirty="0"/>
              <a:t>Objetivo: agilizar el proceso de inventario para todos los involucrados</a:t>
            </a:r>
          </a:p>
          <a:p>
            <a:pPr>
              <a:lnSpc>
                <a:spcPct val="150000"/>
              </a:lnSpc>
            </a:pPr>
            <a:r>
              <a:rPr lang="es-CL" sz="4000" dirty="0"/>
              <a:t>Fácil de usar desde el teléfono</a:t>
            </a:r>
          </a:p>
        </p:txBody>
      </p:sp>
    </p:spTree>
    <p:extLst>
      <p:ext uri="{BB962C8B-B14F-4D97-AF65-F5344CB8AC3E}">
        <p14:creationId xmlns:p14="http://schemas.microsoft.com/office/powerpoint/2010/main" val="2697695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307B00-08BE-A715-9555-78D2163D5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/>
          <a:p>
            <a:r>
              <a:rPr lang="es-CL" sz="5000"/>
              <a:t>requerimientos</a:t>
            </a:r>
          </a:p>
        </p:txBody>
      </p:sp>
      <p:pic>
        <p:nvPicPr>
          <p:cNvPr id="5" name="Imagen 4" descr="WiFi Logo PNG Transparent &amp; SVG Vector - Freebie Supply">
            <a:extLst>
              <a:ext uri="{FF2B5EF4-FFF2-40B4-BE49-F238E27FC236}">
                <a16:creationId xmlns:a16="http://schemas.microsoft.com/office/drawing/2014/main" id="{C0736F6C-D30E-7E2D-DD74-A3A370B79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792"/>
            <a:ext cx="4400554" cy="3300415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8D3CDA-B16E-A4CB-1284-7661B9C3842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</p:spPr>
        <p:txBody>
          <a:bodyPr anchor="ctr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s-CL" dirty="0"/>
              <a:t>Teléfono con:</a:t>
            </a:r>
          </a:p>
          <a:p>
            <a:pPr>
              <a:spcAft>
                <a:spcPts val="600"/>
              </a:spcAft>
            </a:pPr>
            <a:r>
              <a:rPr lang="es-CL" dirty="0"/>
              <a:t>Conexión a internet</a:t>
            </a:r>
          </a:p>
          <a:p>
            <a:pPr>
              <a:spcAft>
                <a:spcPts val="600"/>
              </a:spcAft>
            </a:pPr>
            <a:r>
              <a:rPr lang="es-CL" dirty="0"/>
              <a:t>Cámara</a:t>
            </a:r>
          </a:p>
          <a:p>
            <a:pPr>
              <a:spcAft>
                <a:spcPts val="600"/>
              </a:spcAft>
            </a:pPr>
            <a:r>
              <a:rPr lang="es-CL" dirty="0"/>
              <a:t>Google </a:t>
            </a:r>
            <a:r>
              <a:rPr lang="es-CL" dirty="0" err="1"/>
              <a:t>lens</a:t>
            </a:r>
            <a:r>
              <a:rPr lang="es-CL" dirty="0"/>
              <a:t> (o cualquier lector de QR)</a:t>
            </a:r>
          </a:p>
        </p:txBody>
      </p:sp>
    </p:spTree>
    <p:extLst>
      <p:ext uri="{BB962C8B-B14F-4D97-AF65-F5344CB8AC3E}">
        <p14:creationId xmlns:p14="http://schemas.microsoft.com/office/powerpoint/2010/main" val="282594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1EA89-5485-4AF0-BFF9-FD88860F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BDF2B4-F218-D6F0-A899-E243A8177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811299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400" dirty="0"/>
              <a:t>Tener una cuenta proporcionada por el personal de oficina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QR para cada material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Escanear QR con tu teléfono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96BAA3E-31CE-CE1B-DE09-9805C48A4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408" y="2123743"/>
            <a:ext cx="4054191" cy="397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785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3373FA-900C-90C5-5A16-9998A7DC7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4509AB-D573-D458-283A-569872D9C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149647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Una vez con la sesión iniciada y el QR escaneado aparecerá la siguiente pagina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4EE2941-3D2A-1E80-096E-FC917543F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254" y="1495039"/>
            <a:ext cx="2644369" cy="52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6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E0818E-5888-3863-0440-D67FC23C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EB6514-0075-89AD-89C5-DCF0F5E4A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847737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Permite cargar datos de inventario y dejar un comentario a cada material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653C664-4487-752F-DFBB-B5646B917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860" y="2318568"/>
            <a:ext cx="4319052" cy="358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55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CE3F-8D97-0069-638D-42C3B0AE3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9D4A1E-8F79-7B41-B31C-E8E4D4425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658600" cy="315667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Una vez guardados los cambios, aparecerán inmediatamente en la tabla principal, permitiendo que administración tenga datos en tiempo real del conteo hecho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F6AEAB-0B2B-E6DF-CC51-06E9E23527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470"/>
          <a:stretch>
            <a:fillRect/>
          </a:stretch>
        </p:blipFill>
        <p:spPr>
          <a:xfrm>
            <a:off x="0" y="6014393"/>
            <a:ext cx="12192000" cy="28328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D5D19ED-CD29-AF0C-0202-91356BDF3B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039"/>
          <a:stretch>
            <a:fillRect/>
          </a:stretch>
        </p:blipFill>
        <p:spPr>
          <a:xfrm>
            <a:off x="0" y="5418606"/>
            <a:ext cx="12192000" cy="6086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4DDC193-7AA6-594A-6BC4-54A39AB9F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893" y="4967664"/>
            <a:ext cx="2962100" cy="40293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9A0E301-E386-5C0C-E5ED-B74C54CD1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7" y="4953160"/>
            <a:ext cx="3358312" cy="40400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511C7FF-E77C-07F6-8DD4-1E9D7122E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868" y="4983023"/>
            <a:ext cx="3286415" cy="40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600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522010-8600-330B-824C-61D93C71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68B894-749F-5A0C-5994-B22C0CA0E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748474"/>
            <a:ext cx="5727408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La tabla principal posee filtros y un buscador por descripción de un material o su código, teniendo fácil acceso a datos de códigos, stock, ubicación y características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924882-90EB-ADC2-6CF0-82E97E06F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806" y="1820775"/>
            <a:ext cx="5845047" cy="4656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243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8AA78-7859-78D3-BE35-5F8C7798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Otras funciones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730190-952E-DDF7-4CD2-F87619DA1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011996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2400" dirty="0"/>
              <a:t>El programa tiene funciones para actualizar datos, y generar diversas planillas, pero estas están tras una contraseña de administración para evitar que se hagan cambios por accidente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F16B501-5459-6B18-1296-3248E6C81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678"/>
          <a:stretch>
            <a:fillRect/>
          </a:stretch>
        </p:blipFill>
        <p:spPr>
          <a:xfrm>
            <a:off x="5987845" y="3369714"/>
            <a:ext cx="6204155" cy="8215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DD670C5-8AB4-7D97-E6DF-22BE17F5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919"/>
          <a:stretch>
            <a:fillRect/>
          </a:stretch>
        </p:blipFill>
        <p:spPr>
          <a:xfrm>
            <a:off x="6407693" y="4191214"/>
            <a:ext cx="5364456" cy="106904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D7E48D8-CE47-2D72-EE34-F72BB511B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3000" y="2902390"/>
            <a:ext cx="2353841" cy="46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579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2C29E4-EDD2-66E1-C002-605076F9F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Limitaciones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444BD3-3B13-BE5B-A21A-66A85B85D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260692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800" dirty="0"/>
              <a:t>Hibernación sin uso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Bloqueo por desuso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Limite de peticiones (difícil de llegar)</a:t>
            </a:r>
          </a:p>
        </p:txBody>
      </p:sp>
      <p:pic>
        <p:nvPicPr>
          <p:cNvPr id="6" name="Imagen 5" descr="gratis muestra ligero azul sello - Clásico circular promocional sello  76534812 PNG">
            <a:extLst>
              <a:ext uri="{FF2B5EF4-FFF2-40B4-BE49-F238E27FC236}">
                <a16:creationId xmlns:a16="http://schemas.microsoft.com/office/drawing/2014/main" id="{409DD116-8C59-2965-2690-70183B0B3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846" y="1390334"/>
            <a:ext cx="5147188" cy="514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72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7C8785-EBB3-2A39-D6BF-0F6A8C1CB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Dudas y recomendaciones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7DA998-C715-FDE5-BD7E-D5B16B590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948950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400" dirty="0"/>
              <a:t>Se responderán todas las dudas sobre el programa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Se aceptaran y evaluaran las recomendaciones para el programa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Se puede consultar el manual de uso para el programa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842A99B-2500-8215-D124-C9F74C7736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812" y="2186842"/>
            <a:ext cx="3851787" cy="385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135006"/>
      </p:ext>
    </p:extLst>
  </p:cSld>
  <p:clrMapOvr>
    <a:masterClrMapping/>
  </p:clrMapOvr>
</p:sld>
</file>

<file path=ppt/theme/theme1.xml><?xml version="1.0" encoding="utf-8"?>
<a:theme xmlns:a="http://schemas.openxmlformats.org/drawingml/2006/main" name="Mó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71</TotalTime>
  <Words>261</Words>
  <Application>Microsoft Office PowerPoint</Application>
  <PresentationFormat>Panorámica</PresentationFormat>
  <Paragraphs>42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4" baseType="lpstr">
      <vt:lpstr>Arial</vt:lpstr>
      <vt:lpstr>Módulo</vt:lpstr>
      <vt:lpstr>Inventario bodega Coracero  M501</vt:lpstr>
      <vt:lpstr>Contenido</vt:lpstr>
      <vt:lpstr>Introducción al sistema</vt:lpstr>
      <vt:lpstr>requerimientos</vt:lpstr>
      <vt:lpstr>Uso paso a paso</vt:lpstr>
      <vt:lpstr>Uso paso a paso</vt:lpstr>
      <vt:lpstr>Uso paso a paso</vt:lpstr>
      <vt:lpstr>Uso paso a paso</vt:lpstr>
      <vt:lpstr>Uso paso a paso</vt:lpstr>
      <vt:lpstr>Otras funciones</vt:lpstr>
      <vt:lpstr>Limitaciones</vt:lpstr>
      <vt:lpstr>Dudas y recomendaciones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MUÑOZ  REYES ANIBAL A</dc:creator>
  <cp:lastModifiedBy>MUÑOZ  REYES ANIBAL A</cp:lastModifiedBy>
  <cp:revision>6</cp:revision>
  <dcterms:created xsi:type="dcterms:W3CDTF">2026-10-26T14:13:29Z</dcterms:created>
  <dcterms:modified xsi:type="dcterms:W3CDTF">2026-10-26T15:44:24Z</dcterms:modified>
</cp:coreProperties>
</file>