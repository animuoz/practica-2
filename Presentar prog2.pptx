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33CB-46CD-4AEE-B547-03986654B3C6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2F78-0BF0-4FD2-8A5A-39BED32ECB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7536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33CB-46CD-4AEE-B547-03986654B3C6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2F78-0BF0-4FD2-8A5A-39BED32ECB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325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33CB-46CD-4AEE-B547-03986654B3C6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2F78-0BF0-4FD2-8A5A-39BED32ECB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0286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33CB-46CD-4AEE-B547-03986654B3C6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2F78-0BF0-4FD2-8A5A-39BED32ECB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1172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33CB-46CD-4AEE-B547-03986654B3C6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2F78-0BF0-4FD2-8A5A-39BED32ECB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98899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33CB-46CD-4AEE-B547-03986654B3C6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2F78-0BF0-4FD2-8A5A-39BED32ECB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9307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33CB-46CD-4AEE-B547-03986654B3C6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2F78-0BF0-4FD2-8A5A-39BED32ECB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40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33CB-46CD-4AEE-B547-03986654B3C6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2F78-0BF0-4FD2-8A5A-39BED32ECB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397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33CB-46CD-4AEE-B547-03986654B3C6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2F78-0BF0-4FD2-8A5A-39BED32ECB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9122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33CB-46CD-4AEE-B547-03986654B3C6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2F78-0BF0-4FD2-8A5A-39BED32ECB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5002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833CB-46CD-4AEE-B547-03986654B3C6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32F78-0BF0-4FD2-8A5A-39BED32ECB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330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32833CB-46CD-4AEE-B547-03986654B3C6}" type="datetimeFigureOut">
              <a:rPr lang="es-CL" smtClean="0"/>
              <a:t>13-10-2026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7332F78-0BF0-4FD2-8A5A-39BED32ECBB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27709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DB6D1-8FF8-0E09-DA2E-DFA53F794C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Programa de planillas e inventario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60576A-8C97-C757-2DA8-78FBF0C9B1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L" dirty="0"/>
              <a:t>Anibal Muñoz Reyes</a:t>
            </a:r>
          </a:p>
          <a:p>
            <a:r>
              <a:rPr lang="es-CL" dirty="0"/>
              <a:t>Practica ingeniería civil informática</a:t>
            </a:r>
          </a:p>
        </p:txBody>
      </p:sp>
    </p:spTree>
    <p:extLst>
      <p:ext uri="{BB962C8B-B14F-4D97-AF65-F5344CB8AC3E}">
        <p14:creationId xmlns:p14="http://schemas.microsoft.com/office/powerpoint/2010/main" val="139492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409B0-626C-4DB0-2E3D-89BBDDC1A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programa se creo?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DCE9B5-B505-81ED-9EDC-FB16625052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CL" dirty="0"/>
              <a:t>Inventario cargable directamente desde SAP</a:t>
            </a:r>
          </a:p>
          <a:p>
            <a:r>
              <a:rPr lang="es-CL" dirty="0"/>
              <a:t>Guarda datos para que todos los usuarios puedan ver</a:t>
            </a:r>
          </a:p>
          <a:p>
            <a:r>
              <a:rPr lang="es-CL" dirty="0"/>
              <a:t>Permite generar planillas comunes para el trabajo en bodega</a:t>
            </a:r>
          </a:p>
          <a:p>
            <a:r>
              <a:rPr lang="es-CL" dirty="0"/>
              <a:t>Permite el realizar inventario sin papel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8D3A4B98-8CE7-C6AC-3EBC-BB52993815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42456" y="868680"/>
            <a:ext cx="4250973" cy="211356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2BF1B64-B7A5-EF5B-DBF9-3FBD74817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2456" y="2982247"/>
            <a:ext cx="4250973" cy="300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359278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4D81E-B7FC-EF6F-37D7-D44C76977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valor agrega el programa?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1332CD-9320-353B-C76C-16CCAE4EF4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CL" dirty="0"/>
              <a:t>La capacidad de facilitar la tarea de realizar inventario</a:t>
            </a:r>
          </a:p>
          <a:p>
            <a:r>
              <a:rPr lang="es-CL" dirty="0"/>
              <a:t>Información centralizada para todos los relacionados a la bodega M501</a:t>
            </a:r>
          </a:p>
          <a:p>
            <a:r>
              <a:rPr lang="es-CL" dirty="0"/>
              <a:t>Automatización de planillas de inventario, material, ventas y reservas</a:t>
            </a:r>
          </a:p>
          <a:p>
            <a:r>
              <a:rPr lang="es-CL" dirty="0"/>
              <a:t>Fácil de usar</a:t>
            </a:r>
          </a:p>
        </p:txBody>
      </p:sp>
      <p:pic>
        <p:nvPicPr>
          <p:cNvPr id="8" name="Marcador de contenido 7">
            <a:extLst>
              <a:ext uri="{FF2B5EF4-FFF2-40B4-BE49-F238E27FC236}">
                <a16:creationId xmlns:a16="http://schemas.microsoft.com/office/drawing/2014/main" id="{022A4B31-D8FA-A7F5-CFEA-4113A2787C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18755" y="868680"/>
            <a:ext cx="3579952" cy="220752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447D80C-FBD3-927B-60D6-53386731D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755" y="3076208"/>
            <a:ext cx="3579952" cy="306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356627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15586-EECF-82EB-2719-9D754279F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Siguientes pasos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F640C9-898D-9555-2B4D-6861428284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CL" dirty="0"/>
              <a:t>Generar códigos QR de cada material para comenzar a una metodóloga digital de inventario</a:t>
            </a:r>
          </a:p>
          <a:p>
            <a:r>
              <a:rPr lang="es-CL" dirty="0"/>
              <a:t>Rellenar datos faltantes debido al piloto</a:t>
            </a:r>
          </a:p>
          <a:p>
            <a:r>
              <a:rPr lang="es-CL" dirty="0"/>
              <a:t>Físicamente poner lo QR en todas las ubicaciones con sus materiales</a:t>
            </a: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94DA4999-B7A9-FC1C-FF16-4B22666986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485239" y="773708"/>
            <a:ext cx="2428492" cy="531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08828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69B7E5-9336-1486-D656-9215C991C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Problemas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9B38FC-FCD7-67FA-3E4D-E546E35540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CL" dirty="0"/>
              <a:t>Realizar este proceso de subir el programa a la nube no es gratis</a:t>
            </a:r>
          </a:p>
          <a:p>
            <a:r>
              <a:rPr lang="es-CL" dirty="0"/>
              <a:t>El tiempo para realizar el salto a este programa puede ser tardío y lleno de trabajo</a:t>
            </a:r>
          </a:p>
          <a:p>
            <a:r>
              <a:rPr lang="es-CL" dirty="0"/>
              <a:t>Resistencia al cambio</a:t>
            </a:r>
          </a:p>
        </p:txBody>
      </p:sp>
      <p:pic>
        <p:nvPicPr>
          <p:cNvPr id="5" name="Marcador de contenido 4" descr="Hoja de Ruta">
            <a:extLst>
              <a:ext uri="{FF2B5EF4-FFF2-40B4-BE49-F238E27FC236}">
                <a16:creationId xmlns:a16="http://schemas.microsoft.com/office/drawing/2014/main" id="{B2A310AD-C437-F72E-60FB-E333D195AB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818438" y="1123837"/>
            <a:ext cx="3475037" cy="2319209"/>
          </a:xfrm>
          <a:prstGeom prst="rect">
            <a:avLst/>
          </a:prstGeom>
        </p:spPr>
      </p:pic>
      <p:pic>
        <p:nvPicPr>
          <p:cNvPr id="6" name="Imagen 5" descr="Reloj - Iconos gratis de hora y fecha">
            <a:extLst>
              <a:ext uri="{FF2B5EF4-FFF2-40B4-BE49-F238E27FC236}">
                <a16:creationId xmlns:a16="http://schemas.microsoft.com/office/drawing/2014/main" id="{B83F349F-5773-C1A6-2863-C7A0299EC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483" y="3463217"/>
            <a:ext cx="2270946" cy="227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067305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3E364-CB1D-610A-FF40-D125B2BFF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Precio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AED41A-B4A4-AEE3-93B2-6BB35DBD05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CL" dirty="0"/>
              <a:t>Google </a:t>
            </a:r>
            <a:r>
              <a:rPr lang="es-CL" dirty="0" err="1"/>
              <a:t>cloud</a:t>
            </a:r>
            <a:r>
              <a:rPr lang="es-CL" dirty="0"/>
              <a:t> run cobra por uso y peticiones así que el valor podría variar entre gratis y $50 USD</a:t>
            </a:r>
          </a:p>
          <a:p>
            <a:r>
              <a:rPr lang="es-CL" dirty="0"/>
              <a:t>Google </a:t>
            </a:r>
            <a:r>
              <a:rPr lang="es-CL" dirty="0" err="1"/>
              <a:t>cloud</a:t>
            </a:r>
            <a:r>
              <a:rPr lang="es-CL" dirty="0"/>
              <a:t> SQL tiene un costo de mantención de $35 USD mensual, amenos que se contrate un periodo extenso</a:t>
            </a:r>
          </a:p>
          <a:p>
            <a:r>
              <a:rPr lang="es-CL" dirty="0"/>
              <a:t>Dependiendo del uso de peticiones el valor mensual puede variar entre $35 y $150 USD</a:t>
            </a:r>
          </a:p>
        </p:txBody>
      </p:sp>
      <p:pic>
        <p:nvPicPr>
          <p:cNvPr id="5" name="Marcador de contenido 4" descr="Google Cloud gratis: qué es, límites y ventajas - Blog Ausum Cloud">
            <a:extLst>
              <a:ext uri="{FF2B5EF4-FFF2-40B4-BE49-F238E27FC236}">
                <a16:creationId xmlns:a16="http://schemas.microsoft.com/office/drawing/2014/main" id="{948200CC-6F68-6196-A8F5-51329948AA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27589" y="317592"/>
            <a:ext cx="3475037" cy="1954708"/>
          </a:xfrm>
          <a:prstGeom prst="rect">
            <a:avLst/>
          </a:prstGeom>
        </p:spPr>
      </p:pic>
      <p:pic>
        <p:nvPicPr>
          <p:cNvPr id="6" name="Imagen 5" descr="Comienza a ejecutar trabajos de Cloud Run">
            <a:extLst>
              <a:ext uri="{FF2B5EF4-FFF2-40B4-BE49-F238E27FC236}">
                <a16:creationId xmlns:a16="http://schemas.microsoft.com/office/drawing/2014/main" id="{3C45EDB4-E820-3361-02B1-13863692C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211" y="2034293"/>
            <a:ext cx="1887794" cy="1887794"/>
          </a:xfrm>
          <a:prstGeom prst="rect">
            <a:avLst/>
          </a:prstGeom>
        </p:spPr>
      </p:pic>
      <p:pic>
        <p:nvPicPr>
          <p:cNvPr id="7" name="Imagen 6" descr="Google Cloud SQL Reseñas 2026: Detalles, Precios y Características | G2">
            <a:extLst>
              <a:ext uri="{FF2B5EF4-FFF2-40B4-BE49-F238E27FC236}">
                <a16:creationId xmlns:a16="http://schemas.microsoft.com/office/drawing/2014/main" id="{FE043C4D-0CEE-16DB-3DCF-FD9BF9A6A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1492" y="3922087"/>
            <a:ext cx="2067233" cy="206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445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8D4D2-D3E1-2E27-0C44-B913A027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Alternativa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BD1D6B-BB48-3FE0-211B-3602290D0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4733958" cy="5120640"/>
          </a:xfrm>
        </p:spPr>
        <p:txBody>
          <a:bodyPr/>
          <a:lstStyle/>
          <a:p>
            <a:r>
              <a:rPr lang="es-CL" dirty="0" err="1"/>
              <a:t>Cloudflare</a:t>
            </a:r>
            <a:r>
              <a:rPr lang="es-CL" dirty="0"/>
              <a:t> </a:t>
            </a:r>
            <a:r>
              <a:rPr lang="es-CL" dirty="0" err="1"/>
              <a:t>zero</a:t>
            </a:r>
            <a:r>
              <a:rPr lang="es-CL" dirty="0"/>
              <a:t> trust en su capa gratuita otorga la capacidad de generar un túnel de manera gratuita teniendo un dominio</a:t>
            </a:r>
          </a:p>
          <a:p>
            <a:r>
              <a:rPr lang="es-CL" dirty="0"/>
              <a:t>La base de datos aun seria requerida para un correcto uso</a:t>
            </a:r>
          </a:p>
          <a:p>
            <a:r>
              <a:rPr lang="es-CL" dirty="0"/>
              <a:t>Valor del dominio $10USD aproximadamente anual en NIC</a:t>
            </a:r>
          </a:p>
          <a:p>
            <a:r>
              <a:rPr lang="es-CL" dirty="0"/>
              <a:t>Base de datos $25 USD mensual por </a:t>
            </a:r>
            <a:r>
              <a:rPr lang="es-CL" dirty="0" err="1"/>
              <a:t>Supabase</a:t>
            </a:r>
            <a:r>
              <a:rPr lang="es-CL" dirty="0"/>
              <a:t> con la opción de encontrar una opción mas barata con el espacio necesario para guardar tantas imágenes</a:t>
            </a:r>
          </a:p>
        </p:txBody>
      </p:sp>
      <p:pic>
        <p:nvPicPr>
          <p:cNvPr id="4" name="Imagen 3" descr="Cloudflare - Apps Documentation">
            <a:extLst>
              <a:ext uri="{FF2B5EF4-FFF2-40B4-BE49-F238E27FC236}">
                <a16:creationId xmlns:a16="http://schemas.microsoft.com/office/drawing/2014/main" id="{0799C7C2-1EF3-0D65-38D6-2B29BCFA6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3226" y="1703598"/>
            <a:ext cx="3121423" cy="312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128046"/>
      </p:ext>
    </p:extLst>
  </p:cSld>
  <p:clrMapOvr>
    <a:masterClrMapping/>
  </p:clrMapOvr>
</p:sld>
</file>

<file path=ppt/theme/theme1.xml><?xml version="1.0" encoding="utf-8"?>
<a:theme xmlns:a="http://schemas.openxmlformats.org/drawingml/2006/main" name="Marco">
  <a:themeElements>
    <a:clrScheme name="Marco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Marco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rco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TM03457475[[fn=Marco]]</Template>
  <TotalTime>45</TotalTime>
  <Words>279</Words>
  <Application>Microsoft Office PowerPoint</Application>
  <PresentationFormat>Panorámica</PresentationFormat>
  <Paragraphs>30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Corbel</vt:lpstr>
      <vt:lpstr>Wingdings 2</vt:lpstr>
      <vt:lpstr>Marco</vt:lpstr>
      <vt:lpstr>Programa de planillas e inventario</vt:lpstr>
      <vt:lpstr>¿Qué programa se creo?</vt:lpstr>
      <vt:lpstr>¿Qué valor agrega el programa?</vt:lpstr>
      <vt:lpstr>Siguientes pasos</vt:lpstr>
      <vt:lpstr>Problemas</vt:lpstr>
      <vt:lpstr>Precio</vt:lpstr>
      <vt:lpstr>Alternativa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MUÑOZ  REYES ANIBAL A</dc:creator>
  <cp:lastModifiedBy>MUÑOZ  REYES ANIBAL A</cp:lastModifiedBy>
  <cp:revision>9</cp:revision>
  <dcterms:created xsi:type="dcterms:W3CDTF">2026-10-07T13:12:31Z</dcterms:created>
  <dcterms:modified xsi:type="dcterms:W3CDTF">2026-10-13T20:04:14Z</dcterms:modified>
</cp:coreProperties>
</file>